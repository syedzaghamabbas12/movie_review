
<file path=[Content_Types].xml><?xml version="1.0" encoding="utf-8"?>
<Types xmlns="http://schemas.openxmlformats.org/package/2006/content-types">
  <Default Extension="bmp" ContentType="image/bmp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10" r:id="rId1"/>
  </p:sldMasterIdLst>
  <p:sldIdLst>
    <p:sldId id="256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740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veria hussain" userId="d27e443549694da3" providerId="LiveId" clId="{BA88B624-FA4A-49B2-B2C1-741A1308E8D9}"/>
    <pc:docChg chg="undo custSel addSld delSld modSld modMainMaster">
      <pc:chgData name="javeria hussain" userId="d27e443549694da3" providerId="LiveId" clId="{BA88B624-FA4A-49B2-B2C1-741A1308E8D9}" dt="2026-05-07T06:55:15.597" v="401" actId="20577"/>
      <pc:docMkLst>
        <pc:docMk/>
      </pc:docMkLst>
      <pc:sldChg chg="addSp delSp modSp mod">
        <pc:chgData name="javeria hussain" userId="d27e443549694da3" providerId="LiveId" clId="{BA88B624-FA4A-49B2-B2C1-741A1308E8D9}" dt="2026-05-07T06:51:15.834" v="371" actId="1076"/>
        <pc:sldMkLst>
          <pc:docMk/>
          <pc:sldMk cId="0" sldId="256"/>
        </pc:sldMkLst>
        <pc:spChg chg="mod">
          <ac:chgData name="javeria hussain" userId="d27e443549694da3" providerId="LiveId" clId="{BA88B624-FA4A-49B2-B2C1-741A1308E8D9}" dt="2026-05-07T06:51:15.834" v="371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veria hussain" userId="d27e443549694da3" providerId="LiveId" clId="{BA88B624-FA4A-49B2-B2C1-741A1308E8D9}" dt="2026-05-07T06:51:00.241" v="368" actId="2711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javeria hussain" userId="d27e443549694da3" providerId="LiveId" clId="{BA88B624-FA4A-49B2-B2C1-741A1308E8D9}" dt="2026-05-07T06:37:47.015" v="220"/>
          <ac:spMkLst>
            <pc:docMk/>
            <pc:sldMk cId="0" sldId="256"/>
            <ac:spMk id="4" creationId="{C6B8B77A-8285-9503-C880-6A3062C198B4}"/>
          </ac:spMkLst>
        </pc:spChg>
        <pc:spChg chg="add del mod">
          <ac:chgData name="javeria hussain" userId="d27e443549694da3" providerId="LiveId" clId="{BA88B624-FA4A-49B2-B2C1-741A1308E8D9}" dt="2026-05-07T06:50:52.073" v="366"/>
          <ac:spMkLst>
            <pc:docMk/>
            <pc:sldMk cId="0" sldId="256"/>
            <ac:spMk id="5" creationId="{19370B68-834F-43AE-E50F-090D093E63F8}"/>
          </ac:spMkLst>
        </pc:spChg>
      </pc:sldChg>
      <pc:sldChg chg="modSp del mod">
        <pc:chgData name="javeria hussain" userId="d27e443549694da3" providerId="LiveId" clId="{BA88B624-FA4A-49B2-B2C1-741A1308E8D9}" dt="2026-05-07T06:33:07.749" v="171" actId="47"/>
        <pc:sldMkLst>
          <pc:docMk/>
          <pc:sldMk cId="0" sldId="257"/>
        </pc:sldMkLst>
        <pc:spChg chg="mod">
          <ac:chgData name="javeria hussain" userId="d27e443549694da3" providerId="LiveId" clId="{BA88B624-FA4A-49B2-B2C1-741A1308E8D9}" dt="2026-05-07T06:31:59.204" v="162" actId="113"/>
          <ac:spMkLst>
            <pc:docMk/>
            <pc:sldMk cId="0" sldId="257"/>
            <ac:spMk id="3" creationId="{00000000-0000-0000-0000-000000000000}"/>
          </ac:spMkLst>
        </pc:spChg>
      </pc:sldChg>
      <pc:sldChg chg="modSp new del mod">
        <pc:chgData name="javeria hussain" userId="d27e443549694da3" providerId="LiveId" clId="{BA88B624-FA4A-49B2-B2C1-741A1308E8D9}" dt="2026-05-07T06:45:08.461" v="334" actId="2696"/>
        <pc:sldMkLst>
          <pc:docMk/>
          <pc:sldMk cId="283235341" sldId="257"/>
        </pc:sldMkLst>
        <pc:spChg chg="mod">
          <ac:chgData name="javeria hussain" userId="d27e443549694da3" providerId="LiveId" clId="{BA88B624-FA4A-49B2-B2C1-741A1308E8D9}" dt="2026-05-07T06:40:26.510" v="298" actId="20577"/>
          <ac:spMkLst>
            <pc:docMk/>
            <pc:sldMk cId="283235341" sldId="257"/>
            <ac:spMk id="2" creationId="{0A99A545-1432-C981-0918-776DFAB5F321}"/>
          </ac:spMkLst>
        </pc:spChg>
        <pc:spChg chg="mod">
          <ac:chgData name="javeria hussain" userId="d27e443549694da3" providerId="LiveId" clId="{BA88B624-FA4A-49B2-B2C1-741A1308E8D9}" dt="2026-05-07T06:40:33.206" v="299"/>
          <ac:spMkLst>
            <pc:docMk/>
            <pc:sldMk cId="283235341" sldId="257"/>
            <ac:spMk id="3" creationId="{91E17BF4-CD58-6601-3344-3E13FFFFC9EF}"/>
          </ac:spMkLst>
        </pc:spChg>
      </pc:sldChg>
      <pc:sldChg chg="modSp del">
        <pc:chgData name="javeria hussain" userId="d27e443549694da3" providerId="LiveId" clId="{BA88B624-FA4A-49B2-B2C1-741A1308E8D9}" dt="2026-05-07T06:33:06.346" v="170" actId="47"/>
        <pc:sldMkLst>
          <pc:docMk/>
          <pc:sldMk cId="0" sldId="258"/>
        </pc:sldMkLst>
        <pc:spChg chg="mod">
          <ac:chgData name="javeria hussain" userId="d27e443549694da3" providerId="LiveId" clId="{BA88B624-FA4A-49B2-B2C1-741A1308E8D9}" dt="2026-05-07T05:08:25.081" v="54"/>
          <ac:spMkLst>
            <pc:docMk/>
            <pc:sldMk cId="0" sldId="258"/>
            <ac:spMk id="2" creationId="{00000000-0000-0000-0000-000000000000}"/>
          </ac:spMkLst>
        </pc:spChg>
        <pc:spChg chg="mod">
          <ac:chgData name="javeria hussain" userId="d27e443549694da3" providerId="LiveId" clId="{BA88B624-FA4A-49B2-B2C1-741A1308E8D9}" dt="2026-05-07T05:08:25.081" v="54"/>
          <ac:spMkLst>
            <pc:docMk/>
            <pc:sldMk cId="0" sldId="258"/>
            <ac:spMk id="3" creationId="{00000000-0000-0000-0000-000000000000}"/>
          </ac:spMkLst>
        </pc:spChg>
      </pc:sldChg>
      <pc:sldChg chg="addSp delSp modSp new mod">
        <pc:chgData name="javeria hussain" userId="d27e443549694da3" providerId="LiveId" clId="{BA88B624-FA4A-49B2-B2C1-741A1308E8D9}" dt="2026-05-07T06:50:29.017" v="359" actId="5793"/>
        <pc:sldMkLst>
          <pc:docMk/>
          <pc:sldMk cId="3488083435" sldId="258"/>
        </pc:sldMkLst>
        <pc:spChg chg="mod">
          <ac:chgData name="javeria hussain" userId="d27e443549694da3" providerId="LiveId" clId="{BA88B624-FA4A-49B2-B2C1-741A1308E8D9}" dt="2026-05-07T06:46:24.763" v="344" actId="1076"/>
          <ac:spMkLst>
            <pc:docMk/>
            <pc:sldMk cId="3488083435" sldId="258"/>
            <ac:spMk id="2" creationId="{720A5FA0-644E-6933-FEDA-FD36302B461B}"/>
          </ac:spMkLst>
        </pc:spChg>
        <pc:spChg chg="add del mod">
          <ac:chgData name="javeria hussain" userId="d27e443549694da3" providerId="LiveId" clId="{BA88B624-FA4A-49B2-B2C1-741A1308E8D9}" dt="2026-05-07T06:50:29.017" v="359" actId="5793"/>
          <ac:spMkLst>
            <pc:docMk/>
            <pc:sldMk cId="3488083435" sldId="258"/>
            <ac:spMk id="3" creationId="{6EABE93D-776F-57F1-7ABF-CFF6A87751F5}"/>
          </ac:spMkLst>
        </pc:spChg>
        <pc:spChg chg="add del mod">
          <ac:chgData name="javeria hussain" userId="d27e443549694da3" providerId="LiveId" clId="{BA88B624-FA4A-49B2-B2C1-741A1308E8D9}" dt="2026-05-07T06:43:21.008" v="323" actId="478"/>
          <ac:spMkLst>
            <pc:docMk/>
            <pc:sldMk cId="3488083435" sldId="258"/>
            <ac:spMk id="5" creationId="{426F2512-3243-B76D-5ED4-05771137683F}"/>
          </ac:spMkLst>
        </pc:spChg>
        <pc:spChg chg="add mod">
          <ac:chgData name="javeria hussain" userId="d27e443549694da3" providerId="LiveId" clId="{BA88B624-FA4A-49B2-B2C1-741A1308E8D9}" dt="2026-05-07T06:50:10.098" v="357" actId="207"/>
          <ac:spMkLst>
            <pc:docMk/>
            <pc:sldMk cId="3488083435" sldId="258"/>
            <ac:spMk id="7" creationId="{5D6186EE-3297-B92E-1014-69895EEEA7A9}"/>
          </ac:spMkLst>
        </pc:spChg>
        <pc:spChg chg="add mod">
          <ac:chgData name="javeria hussain" userId="d27e443549694da3" providerId="LiveId" clId="{BA88B624-FA4A-49B2-B2C1-741A1308E8D9}" dt="2026-05-07T06:46:15.722" v="343" actId="255"/>
          <ac:spMkLst>
            <pc:docMk/>
            <pc:sldMk cId="3488083435" sldId="258"/>
            <ac:spMk id="8" creationId="{E844BC55-A9DB-D5A9-8326-C6EB8D659F36}"/>
          </ac:spMkLst>
        </pc:spChg>
        <pc:picChg chg="add del mod ord">
          <ac:chgData name="javeria hussain" userId="d27e443549694da3" providerId="LiveId" clId="{BA88B624-FA4A-49B2-B2C1-741A1308E8D9}" dt="2026-05-07T06:40:52.478" v="303" actId="34307"/>
          <ac:picMkLst>
            <pc:docMk/>
            <pc:sldMk cId="3488083435" sldId="258"/>
            <ac:picMk id="4" creationId="{206A620D-D39D-8489-46CB-051870B78E4E}"/>
          </ac:picMkLst>
        </pc:picChg>
      </pc:sldChg>
      <pc:sldChg chg="modSp del">
        <pc:chgData name="javeria hussain" userId="d27e443549694da3" providerId="LiveId" clId="{BA88B624-FA4A-49B2-B2C1-741A1308E8D9}" dt="2026-05-07T06:33:02.387" v="168" actId="47"/>
        <pc:sldMkLst>
          <pc:docMk/>
          <pc:sldMk cId="0" sldId="259"/>
        </pc:sldMkLst>
        <pc:spChg chg="mod">
          <ac:chgData name="javeria hussain" userId="d27e443549694da3" providerId="LiveId" clId="{BA88B624-FA4A-49B2-B2C1-741A1308E8D9}" dt="2026-05-07T05:08:25.081" v="54"/>
          <ac:spMkLst>
            <pc:docMk/>
            <pc:sldMk cId="0" sldId="259"/>
            <ac:spMk id="2" creationId="{00000000-0000-0000-0000-000000000000}"/>
          </ac:spMkLst>
        </pc:spChg>
      </pc:sldChg>
      <pc:sldChg chg="modSp new mod">
        <pc:chgData name="javeria hussain" userId="d27e443549694da3" providerId="LiveId" clId="{BA88B624-FA4A-49B2-B2C1-741A1308E8D9}" dt="2026-05-07T06:52:58.203" v="374" actId="20577"/>
        <pc:sldMkLst>
          <pc:docMk/>
          <pc:sldMk cId="2981508876" sldId="259"/>
        </pc:sldMkLst>
        <pc:spChg chg="mod">
          <ac:chgData name="javeria hussain" userId="d27e443549694da3" providerId="LiveId" clId="{BA88B624-FA4A-49B2-B2C1-741A1308E8D9}" dt="2026-05-07T06:49:40.812" v="356"/>
          <ac:spMkLst>
            <pc:docMk/>
            <pc:sldMk cId="2981508876" sldId="259"/>
            <ac:spMk id="2" creationId="{030ECC26-AB03-D4DD-790A-B7612636EFBA}"/>
          </ac:spMkLst>
        </pc:spChg>
        <pc:spChg chg="mod">
          <ac:chgData name="javeria hussain" userId="d27e443549694da3" providerId="LiveId" clId="{BA88B624-FA4A-49B2-B2C1-741A1308E8D9}" dt="2026-05-07T06:52:58.203" v="374" actId="20577"/>
          <ac:spMkLst>
            <pc:docMk/>
            <pc:sldMk cId="2981508876" sldId="259"/>
            <ac:spMk id="3" creationId="{8CAA839B-93B4-7D8D-89BA-F6877ABF221C}"/>
          </ac:spMkLst>
        </pc:spChg>
      </pc:sldChg>
      <pc:sldChg chg="modSp del mod">
        <pc:chgData name="javeria hussain" userId="d27e443549694da3" providerId="LiveId" clId="{BA88B624-FA4A-49B2-B2C1-741A1308E8D9}" dt="2026-05-07T06:33:01.134" v="167" actId="47"/>
        <pc:sldMkLst>
          <pc:docMk/>
          <pc:sldMk cId="0" sldId="260"/>
        </pc:sldMkLst>
        <pc:spChg chg="mod">
          <ac:chgData name="javeria hussain" userId="d27e443549694da3" providerId="LiveId" clId="{BA88B624-FA4A-49B2-B2C1-741A1308E8D9}" dt="2026-05-07T05:08:25.081" v="54"/>
          <ac:spMkLst>
            <pc:docMk/>
            <pc:sldMk cId="0" sldId="260"/>
            <ac:spMk id="2" creationId="{00000000-0000-0000-0000-000000000000}"/>
          </ac:spMkLst>
        </pc:spChg>
        <pc:spChg chg="mod">
          <ac:chgData name="javeria hussain" userId="d27e443549694da3" providerId="LiveId" clId="{BA88B624-FA4A-49B2-B2C1-741A1308E8D9}" dt="2026-05-07T05:08:15.716" v="49" actId="27636"/>
          <ac:spMkLst>
            <pc:docMk/>
            <pc:sldMk cId="0" sldId="260"/>
            <ac:spMk id="3" creationId="{00000000-0000-0000-0000-000000000000}"/>
          </ac:spMkLst>
        </pc:spChg>
      </pc:sldChg>
      <pc:sldChg chg="modSp new mod">
        <pc:chgData name="javeria hussain" userId="d27e443549694da3" providerId="LiveId" clId="{BA88B624-FA4A-49B2-B2C1-741A1308E8D9}" dt="2026-05-07T06:54:05.962" v="399" actId="20577"/>
        <pc:sldMkLst>
          <pc:docMk/>
          <pc:sldMk cId="524809798" sldId="260"/>
        </pc:sldMkLst>
        <pc:spChg chg="mod">
          <ac:chgData name="javeria hussain" userId="d27e443549694da3" providerId="LiveId" clId="{BA88B624-FA4A-49B2-B2C1-741A1308E8D9}" dt="2026-05-07T06:49:40.812" v="356"/>
          <ac:spMkLst>
            <pc:docMk/>
            <pc:sldMk cId="524809798" sldId="260"/>
            <ac:spMk id="2" creationId="{1B659604-9A68-A5A0-A402-DC4C3626CE3A}"/>
          </ac:spMkLst>
        </pc:spChg>
        <pc:spChg chg="mod">
          <ac:chgData name="javeria hussain" userId="d27e443549694da3" providerId="LiveId" clId="{BA88B624-FA4A-49B2-B2C1-741A1308E8D9}" dt="2026-05-07T06:54:05.962" v="399" actId="20577"/>
          <ac:spMkLst>
            <pc:docMk/>
            <pc:sldMk cId="524809798" sldId="260"/>
            <ac:spMk id="3" creationId="{6C84D151-6D7E-42CB-8F88-6E6B2FD6C557}"/>
          </ac:spMkLst>
        </pc:spChg>
      </pc:sldChg>
      <pc:sldChg chg="modSp new mod">
        <pc:chgData name="javeria hussain" userId="d27e443549694da3" providerId="LiveId" clId="{BA88B624-FA4A-49B2-B2C1-741A1308E8D9}" dt="2026-05-07T06:55:15.597" v="401" actId="20577"/>
        <pc:sldMkLst>
          <pc:docMk/>
          <pc:sldMk cId="3278738417" sldId="261"/>
        </pc:sldMkLst>
        <pc:spChg chg="mod">
          <ac:chgData name="javeria hussain" userId="d27e443549694da3" providerId="LiveId" clId="{BA88B624-FA4A-49B2-B2C1-741A1308E8D9}" dt="2026-05-07T06:49:40.812" v="356"/>
          <ac:spMkLst>
            <pc:docMk/>
            <pc:sldMk cId="3278738417" sldId="261"/>
            <ac:spMk id="2" creationId="{43FC0E0A-C124-86B2-EA35-61406BAC137F}"/>
          </ac:spMkLst>
        </pc:spChg>
        <pc:spChg chg="mod">
          <ac:chgData name="javeria hussain" userId="d27e443549694da3" providerId="LiveId" clId="{BA88B624-FA4A-49B2-B2C1-741A1308E8D9}" dt="2026-05-07T06:55:15.597" v="401" actId="20577"/>
          <ac:spMkLst>
            <pc:docMk/>
            <pc:sldMk cId="3278738417" sldId="261"/>
            <ac:spMk id="3" creationId="{B5456B41-B2E0-5F6E-D40B-6D1A0B2AA182}"/>
          </ac:spMkLst>
        </pc:spChg>
      </pc:sldChg>
      <pc:sldChg chg="modSp del mod">
        <pc:chgData name="javeria hussain" userId="d27e443549694da3" providerId="LiveId" clId="{BA88B624-FA4A-49B2-B2C1-741A1308E8D9}" dt="2026-05-07T06:32:59.778" v="166" actId="47"/>
        <pc:sldMkLst>
          <pc:docMk/>
          <pc:sldMk cId="0" sldId="262"/>
        </pc:sldMkLst>
        <pc:spChg chg="mod">
          <ac:chgData name="javeria hussain" userId="d27e443549694da3" providerId="LiveId" clId="{BA88B624-FA4A-49B2-B2C1-741A1308E8D9}" dt="2026-05-07T05:08:12.386" v="44" actId="27636"/>
          <ac:spMkLst>
            <pc:docMk/>
            <pc:sldMk cId="0" sldId="262"/>
            <ac:spMk id="3" creationId="{00000000-0000-0000-0000-000000000000}"/>
          </ac:spMkLst>
        </pc:spChg>
      </pc:sldChg>
      <pc:sldChg chg="modSp del mod">
        <pc:chgData name="javeria hussain" userId="d27e443549694da3" providerId="LiveId" clId="{BA88B624-FA4A-49B2-B2C1-741A1308E8D9}" dt="2026-05-07T06:32:57.533" v="165" actId="47"/>
        <pc:sldMkLst>
          <pc:docMk/>
          <pc:sldMk cId="0" sldId="263"/>
        </pc:sldMkLst>
        <pc:spChg chg="mod">
          <ac:chgData name="javeria hussain" userId="d27e443549694da3" providerId="LiveId" clId="{BA88B624-FA4A-49B2-B2C1-741A1308E8D9}" dt="2026-05-07T05:08:20.740" v="52" actId="27636"/>
          <ac:spMkLst>
            <pc:docMk/>
            <pc:sldMk cId="0" sldId="263"/>
            <ac:spMk id="2" creationId="{00000000-0000-0000-0000-000000000000}"/>
          </ac:spMkLst>
        </pc:spChg>
        <pc:picChg chg="mod">
          <ac:chgData name="javeria hussain" userId="d27e443549694da3" providerId="LiveId" clId="{BA88B624-FA4A-49B2-B2C1-741A1308E8D9}" dt="2026-05-07T05:08:25.081" v="54"/>
          <ac:picMkLst>
            <pc:docMk/>
            <pc:sldMk cId="0" sldId="263"/>
            <ac:picMk id="5" creationId="{8D90F122-C100-F828-E0D6-3BCB2A7F17A3}"/>
          </ac:picMkLst>
        </pc:picChg>
      </pc:sldChg>
      <pc:sldChg chg="del">
        <pc:chgData name="javeria hussain" userId="d27e443549694da3" providerId="LiveId" clId="{BA88B624-FA4A-49B2-B2C1-741A1308E8D9}" dt="2026-05-07T06:33:04.766" v="169" actId="47"/>
        <pc:sldMkLst>
          <pc:docMk/>
          <pc:sldMk cId="0" sldId="264"/>
        </pc:sldMkLst>
      </pc:sldChg>
      <pc:sldChg chg="del">
        <pc:chgData name="javeria hussain" userId="d27e443549694da3" providerId="LiveId" clId="{BA88B624-FA4A-49B2-B2C1-741A1308E8D9}" dt="2026-05-07T06:32:56.597" v="164" actId="47"/>
        <pc:sldMkLst>
          <pc:docMk/>
          <pc:sldMk cId="2652567894" sldId="265"/>
        </pc:sldMkLst>
      </pc:sldChg>
      <pc:sldChg chg="del">
        <pc:chgData name="javeria hussain" userId="d27e443549694da3" providerId="LiveId" clId="{BA88B624-FA4A-49B2-B2C1-741A1308E8D9}" dt="2026-05-07T06:32:55.389" v="163" actId="47"/>
        <pc:sldMkLst>
          <pc:docMk/>
          <pc:sldMk cId="3831439048" sldId="266"/>
        </pc:sldMkLst>
      </pc:sldChg>
      <pc:sldMasterChg chg="modSldLayout">
        <pc:chgData name="javeria hussain" userId="d27e443549694da3" providerId="LiveId" clId="{BA88B624-FA4A-49B2-B2C1-741A1308E8D9}" dt="2026-05-07T05:08:16.790" v="50"/>
        <pc:sldMasterMkLst>
          <pc:docMk/>
          <pc:sldMasterMk cId="3262313657" sldId="2147483837"/>
        </pc:sldMasterMkLst>
        <pc:sldLayoutChg chg="delSp">
          <pc:chgData name="javeria hussain" userId="d27e443549694da3" providerId="LiveId" clId="{BA88B624-FA4A-49B2-B2C1-741A1308E8D9}" dt="2026-05-07T05:08:16.790" v="50"/>
          <pc:sldLayoutMkLst>
            <pc:docMk/>
            <pc:sldMasterMk cId="3262313657" sldId="2147483837"/>
            <pc:sldLayoutMk cId="1272832989" sldId="2147483855"/>
          </pc:sldLayoutMkLst>
          <pc:cxnChg chg="del">
            <ac:chgData name="javeria hussain" userId="d27e443549694da3" providerId="LiveId" clId="{BA88B624-FA4A-49B2-B2C1-741A1308E8D9}" dt="2026-05-07T05:08:16.790" v="50"/>
            <ac:cxnSpMkLst>
              <pc:docMk/>
              <pc:sldMasterMk cId="3262313657" sldId="2147483837"/>
              <pc:sldLayoutMk cId="1272832989" sldId="2147483855"/>
              <ac:cxnSpMk id="33" creationId="{00000000-0000-0000-0000-000000000000}"/>
            </ac:cxnSpMkLst>
          </pc:cxn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74764"/>
            <a:ext cx="1554480" cy="640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635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74765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kumimoji="0" lang="en-US" sz="6200" b="0" i="0" u="none" strike="noStrike" kern="1200" cap="all" spc="-100" normalizeH="0" baseline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34222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77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03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74764"/>
            <a:ext cx="1554480" cy="640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635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74765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kumimoji="0" lang="en-US" sz="6200" b="0" i="0" u="none" strike="noStrike" kern="1200" cap="all" spc="-100" normalizeH="0" baseline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32914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40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501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02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65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69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307336" y="292608"/>
            <a:ext cx="6163056" cy="6272784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505454" y="6265818"/>
            <a:ext cx="3950208" cy="274320"/>
          </a:xfrm>
        </p:spPr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84162" y="292608"/>
            <a:ext cx="1956816" cy="6272784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47013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6884162" y="292608"/>
            <a:ext cx="1956816" cy="6272784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bg1">
              <a:lumMod val="50000"/>
              <a:lumOff val="5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585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26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9" name="Rectangle 8"/>
          <p:cNvSpPr/>
          <p:nvPr/>
        </p:nvSpPr>
        <p:spPr>
          <a:xfrm>
            <a:off x="292608" y="292608"/>
            <a:ext cx="8558784" cy="6272784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7338" y="6265818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265818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3555" y="6265818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6135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1" r:id="rId1"/>
    <p:sldLayoutId id="2147484012" r:id="rId2"/>
    <p:sldLayoutId id="2147484013" r:id="rId3"/>
    <p:sldLayoutId id="2147484014" r:id="rId4"/>
    <p:sldLayoutId id="2147484015" r:id="rId5"/>
    <p:sldLayoutId id="2147484016" r:id="rId6"/>
    <p:sldLayoutId id="2147484017" r:id="rId7"/>
    <p:sldLayoutId id="2147484018" r:id="rId8"/>
    <p:sldLayoutId id="2147484019" r:id="rId9"/>
    <p:sldLayoutId id="2147484020" r:id="rId10"/>
    <p:sldLayoutId id="21474840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471" y="1432984"/>
            <a:ext cx="7877058" cy="1719942"/>
          </a:xfrm>
        </p:spPr>
        <p:txBody>
          <a:bodyPr/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b="1" dirty="0"/>
              <a:t>: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9817" y="2596549"/>
            <a:ext cx="6654186" cy="2659263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“Hello everyone, we are presenting our project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MoodLense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an AI-powered Movie Review Sentiment Analyzer.”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A5FA0-644E-6933-FEDA-FD36302B4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19" y="2557748"/>
            <a:ext cx="8079581" cy="191643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BE93D-776F-57F1-7ABF-CFF6A8775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187" y="3857561"/>
            <a:ext cx="8065294" cy="10593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“Our system solves this problem by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automatically analyze movie reviews and classify them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Positive, Negative, or Neutral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MoodLense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gives users quick insights into audience emotions and movie popularity.”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6186EE-3297-B92E-1014-69895EEEA7A9}"/>
              </a:ext>
            </a:extLst>
          </p:cNvPr>
          <p:cNvSpPr txBox="1"/>
          <p:nvPr/>
        </p:nvSpPr>
        <p:spPr>
          <a:xfrm>
            <a:off x="381000" y="472201"/>
            <a:ext cx="54038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44BC55-A9DB-D5A9-8326-C6EB8D659F36}"/>
              </a:ext>
            </a:extLst>
          </p:cNvPr>
          <p:cNvSpPr txBox="1"/>
          <p:nvPr/>
        </p:nvSpPr>
        <p:spPr>
          <a:xfrm>
            <a:off x="850900" y="1303198"/>
            <a:ext cx="74295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“Many users spend a lot of time reading long movie reviews before deciding whether a movie is worth watching. Reviews are often mixed, confusing, or too lengthy, making it difficult to understand the overall audience opinion quickly.”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083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ECC26-AB03-D4DD-790A-B7612636E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A839B-93B4-7D8D-89BA-F6877ABF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 includes features like: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AI-based sentiment detection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Positive, Negative, and Neutral review classification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Real-time review analysis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User-friendly and interactive dashboard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Movie rating insights and sentiment statistics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Fast and accurate text processing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508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59604-9A68-A5A0-A402-DC4C3626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Audience: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4D151-6D7E-42CB-8F88-6E6B2FD6C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application is designed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Movie lovers and viewers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Cinema Admirers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Online streaming users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Review platforms and entertainment websites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Researchers working on AI and sentiment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809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C0E0A-C124-86B2-EA35-61406BAC1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Pitch: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56B41-B2E0-5F6E-D40B-6D1A0B2AA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MoodLense</a:t>
            </a:r>
            <a:r>
              <a:rPr lang="en-US" dirty="0"/>
              <a:t> is useful because it helps users make faster movie decisions without reading hundreds of reviews. It saves time, improves user experience, and provides smart AI-driven insights about audience reactions. Our system combines entertainment with modern AI technology in a simple and efficient way.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7384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6728D11B-929E-4324-91B0-4A4DA4CAC3D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174</TotalTime>
  <Words>232</Words>
  <Application>Microsoft Office PowerPoint</Application>
  <PresentationFormat>On-screen Show (4:3)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Times New Roman</vt:lpstr>
      <vt:lpstr>Wingdings</vt:lpstr>
      <vt:lpstr>Savon</vt:lpstr>
      <vt:lpstr>Introduction:</vt:lpstr>
      <vt:lpstr>Solution:</vt:lpstr>
      <vt:lpstr>Features:</vt:lpstr>
      <vt:lpstr>Target Audience:</vt:lpstr>
      <vt:lpstr>Sales Pitch: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 T</dc:creator>
  <cp:keywords/>
  <dc:description>generated using python-pptx</dc:description>
  <cp:lastModifiedBy>javeria hussain</cp:lastModifiedBy>
  <cp:revision>2</cp:revision>
  <dcterms:created xsi:type="dcterms:W3CDTF">2013-01-27T09:14:16Z</dcterms:created>
  <dcterms:modified xsi:type="dcterms:W3CDTF">2026-05-07T06:57:03Z</dcterms:modified>
  <cp:category/>
</cp:coreProperties>
</file>